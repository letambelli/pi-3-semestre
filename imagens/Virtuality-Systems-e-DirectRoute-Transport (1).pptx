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9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323386"/>
            <a:ext cx="10554414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 e DirectRoute Transport</a:t>
            </a:r>
            <a:endParaRPr lang="en-US" sz="6036" dirty="0"/>
          </a:p>
        </p:txBody>
      </p:sp>
      <p:sp>
        <p:nvSpPr>
          <p:cNvPr id="5" name="Text 3"/>
          <p:cNvSpPr/>
          <p:nvPr/>
        </p:nvSpPr>
        <p:spPr>
          <a:xfrm>
            <a:off x="2037993" y="4573072"/>
            <a:ext cx="10554414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empenhada em criar e implementar um sistema de agendamento altamente eficaz e inovador para a DirectRoute Transport, a fim de coordenar grandes fornecedores e atender melhor às suas necessidades. Este sistema visa aprimorar a eficiência e a sustentabilidade dos serviços de entrega da empresa.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38814"/>
            <a:ext cx="666297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a Virtuality Systems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Fundação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foi fundada em 2024 com o objetivo de desenvolver sistemas para auxiliar a DirectRoute Transport a atender melhor as demandas de seus fornecedores e clientes.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75797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principal objetivo da empresa é criar um sistema web de agendamento que ajude a DirectRoute Transport a cumprir suas entregas de forma mais eficiente.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comprometida em desenvolver soluções tecnológicas que impulsionem a eficiência operacional e a sustentabilidade da DirectRoute Transport.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62576"/>
            <a:ext cx="60996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DirectRoute Transport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2840117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 de Transporte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667720"/>
            <a:ext cx="2647950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DirectRoute Transport é uma empresa de transporte que lida com grandes fornecedores.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0228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89577" y="2840116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6352342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 de Informatização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6352342" y="3667720"/>
            <a:ext cx="2647950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empresa precisa informatizar seus processos para torná-los mais eficientes e alinhados aos princípios do ESG e aos Objetivos de Desenvolvimento Sustentável da ONU.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222462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1812" y="2840115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9944576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Benefícios do Sistema Web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9944576" y="3667720"/>
            <a:ext cx="2647950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Acreditamos que um sistema web pode agilizar funções, facilitar a comunicação e a colaboração, melhorar a transparência e a rastreabilidade, e aumentar a eficiência geral dos processos.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32804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20447" y="544473"/>
            <a:ext cx="4941808" cy="617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64"/>
              </a:lnSpc>
              <a:buNone/>
            </a:pPr>
            <a:r>
              <a:rPr lang="en-US" sz="389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do Sistema</a:t>
            </a:r>
            <a:endParaRPr lang="en-US" sz="3891" dirty="0"/>
          </a:p>
        </p:txBody>
      </p:sp>
      <p:sp>
        <p:nvSpPr>
          <p:cNvPr id="5" name="Shape 3"/>
          <p:cNvSpPr/>
          <p:nvPr/>
        </p:nvSpPr>
        <p:spPr>
          <a:xfrm>
            <a:off x="7295317" y="1557457"/>
            <a:ext cx="39529" cy="6127552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979" y="1982272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7092732" y="1779746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561" y="1779747"/>
            <a:ext cx="126921" cy="4075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35" dirty="0"/>
          </a:p>
        </p:txBody>
      </p:sp>
      <p:sp>
        <p:nvSpPr>
          <p:cNvPr id="9" name="Text 7"/>
          <p:cNvSpPr/>
          <p:nvPr/>
        </p:nvSpPr>
        <p:spPr>
          <a:xfrm>
            <a:off x="3757017" y="1755100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Otimizar recursos</a:t>
            </a:r>
            <a:endParaRPr lang="en-US" sz="1946" dirty="0"/>
          </a:p>
        </p:txBody>
      </p:sp>
      <p:sp>
        <p:nvSpPr>
          <p:cNvPr id="10" name="Shape 8"/>
          <p:cNvSpPr/>
          <p:nvPr/>
        </p:nvSpPr>
        <p:spPr>
          <a:xfrm>
            <a:off x="7537430" y="2970490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1" name="Shape 9"/>
          <p:cNvSpPr/>
          <p:nvPr/>
        </p:nvSpPr>
        <p:spPr>
          <a:xfrm>
            <a:off x="7092732" y="2767965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49889" y="2785228"/>
            <a:ext cx="15454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35" dirty="0"/>
          </a:p>
        </p:txBody>
      </p:sp>
      <p:sp>
        <p:nvSpPr>
          <p:cNvPr id="13" name="Text 11"/>
          <p:cNvSpPr/>
          <p:nvPr/>
        </p:nvSpPr>
        <p:spPr>
          <a:xfrm>
            <a:off x="8402241" y="2743319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Agilizar processos</a:t>
            </a:r>
            <a:endParaRPr lang="en-US" sz="1946" dirty="0"/>
          </a:p>
        </p:txBody>
      </p:sp>
      <p:sp>
        <p:nvSpPr>
          <p:cNvPr id="14" name="Shape 12"/>
          <p:cNvSpPr/>
          <p:nvPr/>
        </p:nvSpPr>
        <p:spPr>
          <a:xfrm>
            <a:off x="6400979" y="3859887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2732" y="3657362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5845" y="3632716"/>
            <a:ext cx="15835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35" dirty="0"/>
          </a:p>
        </p:txBody>
      </p:sp>
      <p:sp>
        <p:nvSpPr>
          <p:cNvPr id="17" name="Text 15"/>
          <p:cNvSpPr/>
          <p:nvPr/>
        </p:nvSpPr>
        <p:spPr>
          <a:xfrm>
            <a:off x="2620447" y="3632716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Melhorar a experiência do cliente</a:t>
            </a:r>
            <a:endParaRPr lang="en-US" sz="1946" dirty="0"/>
          </a:p>
        </p:txBody>
      </p:sp>
      <p:sp>
        <p:nvSpPr>
          <p:cNvPr id="18" name="Shape 16"/>
          <p:cNvSpPr/>
          <p:nvPr/>
        </p:nvSpPr>
        <p:spPr>
          <a:xfrm>
            <a:off x="7537430" y="4749403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2732" y="4546878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4059" y="4496395"/>
            <a:ext cx="161925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35" dirty="0"/>
          </a:p>
        </p:txBody>
      </p:sp>
      <p:sp>
        <p:nvSpPr>
          <p:cNvPr id="21" name="Text 19"/>
          <p:cNvSpPr/>
          <p:nvPr/>
        </p:nvSpPr>
        <p:spPr>
          <a:xfrm>
            <a:off x="8402241" y="4522232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Aumentar a eficiência operacional</a:t>
            </a:r>
            <a:endParaRPr lang="en-US" sz="1946" dirty="0"/>
          </a:p>
        </p:txBody>
      </p:sp>
      <p:sp>
        <p:nvSpPr>
          <p:cNvPr id="22" name="Shape 20"/>
          <p:cNvSpPr/>
          <p:nvPr/>
        </p:nvSpPr>
        <p:spPr>
          <a:xfrm>
            <a:off x="6400979" y="5638919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2732" y="5436394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4002" y="5411748"/>
            <a:ext cx="161687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335" dirty="0"/>
          </a:p>
        </p:txBody>
      </p:sp>
      <p:sp>
        <p:nvSpPr>
          <p:cNvPr id="25" name="Text 23"/>
          <p:cNvSpPr/>
          <p:nvPr/>
        </p:nvSpPr>
        <p:spPr>
          <a:xfrm>
            <a:off x="2620447" y="5411748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Aprimorar a precisão e confiabilidade</a:t>
            </a:r>
            <a:endParaRPr lang="en-US" sz="1946" dirty="0"/>
          </a:p>
        </p:txBody>
      </p:sp>
      <p:sp>
        <p:nvSpPr>
          <p:cNvPr id="26" name="Shape 24"/>
          <p:cNvSpPr/>
          <p:nvPr/>
        </p:nvSpPr>
        <p:spPr>
          <a:xfrm>
            <a:off x="7537430" y="6528435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2732" y="6325910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5605" y="6362938"/>
            <a:ext cx="178832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335" dirty="0"/>
          </a:p>
        </p:txBody>
      </p:sp>
      <p:sp>
        <p:nvSpPr>
          <p:cNvPr id="29" name="Text 27"/>
          <p:cNvSpPr/>
          <p:nvPr/>
        </p:nvSpPr>
        <p:spPr>
          <a:xfrm>
            <a:off x="8402241" y="6301264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Auxiliar na tomada de decisões informadas</a:t>
            </a:r>
            <a:endParaRPr lang="en-US" sz="1946" dirty="0"/>
          </a:p>
        </p:txBody>
      </p:sp>
      <p:sp>
        <p:nvSpPr>
          <p:cNvPr id="30" name="Text 28"/>
          <p:cNvSpPr/>
          <p:nvPr/>
        </p:nvSpPr>
        <p:spPr>
          <a:xfrm>
            <a:off x="8402241" y="7037308"/>
            <a:ext cx="3607594" cy="296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35"/>
              </a:lnSpc>
              <a:buNone/>
            </a:pPr>
            <a:endParaRPr lang="en-US" sz="15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898684"/>
            <a:ext cx="564868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do Sistema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4850725"/>
            <a:ext cx="10554414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4598849" y="4073188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4371142" y="46007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9735" y="4600755"/>
            <a:ext cx="142637" cy="4581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9" name="Text 7"/>
          <p:cNvSpPr/>
          <p:nvPr/>
        </p:nvSpPr>
        <p:spPr>
          <a:xfrm>
            <a:off x="3232309" y="237065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2260163" y="2851071"/>
            <a:ext cx="472178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lidar eficientemente com um grande volume de agendamentos, sem comprometer o desempenho.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292995" y="4850666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65288" y="46007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8403" y="4600755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4" name="Text 12"/>
          <p:cNvSpPr/>
          <p:nvPr/>
        </p:nvSpPr>
        <p:spPr>
          <a:xfrm>
            <a:off x="5812036" y="5850612"/>
            <a:ext cx="300620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Integração de Sistemas</a:t>
            </a:r>
            <a:endParaRPr lang="en-US" sz="2187" dirty="0"/>
          </a:p>
        </p:txBody>
      </p:sp>
      <p:sp>
        <p:nvSpPr>
          <p:cNvPr id="15" name="Text 13"/>
          <p:cNvSpPr/>
          <p:nvPr/>
        </p:nvSpPr>
        <p:spPr>
          <a:xfrm>
            <a:off x="4954310" y="6331029"/>
            <a:ext cx="472178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se integrar perfeitamente com outros sistemas internos da empresa, como CRM, ERP e sistemas de pagamento.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987141" y="4073188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7" name="Shape 15"/>
          <p:cNvSpPr/>
          <p:nvPr/>
        </p:nvSpPr>
        <p:spPr>
          <a:xfrm>
            <a:off x="9759434" y="46007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0347" y="4567356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8620601" y="203739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Gestão Multilocal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7648456" y="2517815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ter a capacidade de agendar serviços em várias filiais ou locais da empresa, com centralização na visualização e gestão de todos os agendamentos.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161336"/>
            <a:ext cx="564868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do Sistema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300049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252984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010257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Garantir que o sistema seja capaz e lidar com mais empresas além da directroute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300049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2529840"/>
            <a:ext cx="403681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Suporte Técnico e Atendimento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010257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Oferecer suporte confiável via email sempre que necessário para garantir uma experiência satisfatória aos usuários.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461986"/>
            <a:ext cx="5166122" cy="2606278"/>
          </a:xfrm>
          <a:prstGeom prst="roundRect">
            <a:avLst>
              <a:gd name="adj" fmla="val 38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4691777"/>
            <a:ext cx="384643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Calendário de Disponibilidade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172194"/>
            <a:ext cx="4706541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exibir em tempo real a disponibilidade de datas e horários para agendamento, com atualizações automáticas conforme os agendamentos são feitos ou alterados.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461986"/>
            <a:ext cx="5166122" cy="2606278"/>
          </a:xfrm>
          <a:prstGeom prst="roundRect">
            <a:avLst>
              <a:gd name="adj" fmla="val 38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4691777"/>
            <a:ext cx="294953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Experiência do Usuário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172194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 uma interface intuitiva, consistente e capaz de sanar as necessidades dos usuários.</a:t>
            </a:r>
            <a:endParaRPr lang="en-US" sz="1750" dirty="0"/>
          </a:p>
        </p:txBody>
      </p:sp>
      <p:pic>
        <p:nvPicPr>
          <p:cNvPr id="1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429</Words>
  <Application>Microsoft Office PowerPoint</Application>
  <PresentationFormat>Personalizar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Raleway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Pires</cp:lastModifiedBy>
  <cp:revision>2</cp:revision>
  <dcterms:created xsi:type="dcterms:W3CDTF">2024-06-08T05:12:33Z</dcterms:created>
  <dcterms:modified xsi:type="dcterms:W3CDTF">2024-06-08T05:14:52Z</dcterms:modified>
</cp:coreProperties>
</file>