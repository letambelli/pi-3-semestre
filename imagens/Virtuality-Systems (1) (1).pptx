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308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2"/>
          <p:cNvSpPr/>
          <p:nvPr/>
        </p:nvSpPr>
        <p:spPr>
          <a:xfrm>
            <a:off x="2037993" y="1969532"/>
            <a:ext cx="7665839" cy="9582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Virtuality Systems</a:t>
            </a:r>
            <a:endParaRPr lang="en-US" sz="6036" dirty="0"/>
          </a:p>
        </p:txBody>
      </p:sp>
      <p:sp>
        <p:nvSpPr>
          <p:cNvPr id="5" name="Text 3"/>
          <p:cNvSpPr/>
          <p:nvPr/>
        </p:nvSpPr>
        <p:spPr>
          <a:xfrm>
            <a:off x="2037993" y="3460909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Alan Demetrio Gelsleuchter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037993" y="4327327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015371" y="4635342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Gustavo Gonçalves de Moraes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037993" y="5726906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819650" y="3460909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Henrique Barbosa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819650" y="3994071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819650" y="452723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797028" y="466058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Leonardo Camargo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01307" y="3460909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Letícia Ruivo Tambelli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01307" y="3994071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01307" y="452723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601307" y="466058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Lucas Belfort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382964" y="3460909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Rodrigo Araújo Sousa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382964" y="3994071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405586" y="4635342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Stephanie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Cassamassimo</a:t>
            </a: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Farias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587228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Virtuality Systems e DirectRoute Transport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4309229"/>
            <a:ext cx="10554414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empenhada em criar e implementar um sistema de agendamento altamente eficaz e inovador para a DirectRoute Transport, a fim de coordenar grandes fornecedores e atender melhor às suas necessidades. Este sistema visa aprimorar a eficiência e a sustentabilidade dos serviços de entrega da empresa.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938814"/>
            <a:ext cx="666297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a Virtuality Systems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Fundação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foi fundada em 2024 com o objetivo de desenvolver sistemas para auxiliar a DirectRoute Transport a atender melhor as demandas de seus fornecedores e clientes.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3757970"/>
            <a:ext cx="3156347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principal objetivo da empresa é criar um sistema web de agendamento que ajude a DirectRoute Transport a cumprir suas entregas de forma mais eficiente.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Valores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comprometida em desenvolver soluções tecnológicas que impulsionem a eficiência operacional e a sustentabilidade da DirectRoute Transport.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562576"/>
            <a:ext cx="609969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DirectRoute Transport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6587" y="2881789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2760107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Empresa de Transporte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2760107" y="3667720"/>
            <a:ext cx="2647950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DirectRoute Transport é uma empresa de transporte que lida com grandes fornecedores.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630228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3343" y="2881789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6352342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Necessidade de Informatização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6352342" y="3667720"/>
            <a:ext cx="2647950" cy="266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empresa precisa informatizar seus processos para torná-los mais eficientes e alinhados aos princípios do ESG e aos Objetivos de Desenvolvimento Sustentável da ONU.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222462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3435" y="2881789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9944576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Benefícios do Sistema Web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9944576" y="3667720"/>
            <a:ext cx="2647950" cy="29993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Acreditamos que um sistema web pode agilizar funções, facilitar a comunicação e a colaboração, melhorar a transparência e a rastreabilidade, e aumentar a eficiência geral dos processos.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620447" y="544473"/>
            <a:ext cx="4941808" cy="6176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64"/>
              </a:lnSpc>
              <a:buNone/>
            </a:pPr>
            <a:r>
              <a:rPr lang="en-US" sz="389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Objetivos do sistema</a:t>
            </a:r>
            <a:endParaRPr lang="en-US" sz="3891" dirty="0"/>
          </a:p>
        </p:txBody>
      </p:sp>
      <p:sp>
        <p:nvSpPr>
          <p:cNvPr id="5" name="Shape 3"/>
          <p:cNvSpPr/>
          <p:nvPr/>
        </p:nvSpPr>
        <p:spPr>
          <a:xfrm>
            <a:off x="7295317" y="1557457"/>
            <a:ext cx="39529" cy="6127552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979" y="1982272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7092732" y="1779746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51561" y="1816775"/>
            <a:ext cx="126921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35" dirty="0"/>
          </a:p>
        </p:txBody>
      </p:sp>
      <p:sp>
        <p:nvSpPr>
          <p:cNvPr id="9" name="Text 7"/>
          <p:cNvSpPr/>
          <p:nvPr/>
        </p:nvSpPr>
        <p:spPr>
          <a:xfrm>
            <a:off x="3757017" y="1755100"/>
            <a:ext cx="2470904" cy="3087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Otimizar recursos</a:t>
            </a:r>
            <a:endParaRPr lang="en-US" sz="1946" dirty="0"/>
          </a:p>
        </p:txBody>
      </p:sp>
      <p:sp>
        <p:nvSpPr>
          <p:cNvPr id="10" name="Shape 8"/>
          <p:cNvSpPr/>
          <p:nvPr/>
        </p:nvSpPr>
        <p:spPr>
          <a:xfrm>
            <a:off x="7537430" y="2970490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1" name="Shape 9"/>
          <p:cNvSpPr/>
          <p:nvPr/>
        </p:nvSpPr>
        <p:spPr>
          <a:xfrm>
            <a:off x="7092732" y="2767965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7750" y="2804993"/>
            <a:ext cx="154543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35" dirty="0"/>
          </a:p>
        </p:txBody>
      </p:sp>
      <p:sp>
        <p:nvSpPr>
          <p:cNvPr id="13" name="Text 11"/>
          <p:cNvSpPr/>
          <p:nvPr/>
        </p:nvSpPr>
        <p:spPr>
          <a:xfrm>
            <a:off x="8402241" y="2743319"/>
            <a:ext cx="2470904" cy="3087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Agilizar processos</a:t>
            </a:r>
            <a:endParaRPr lang="en-US" sz="1946" dirty="0"/>
          </a:p>
        </p:txBody>
      </p:sp>
      <p:sp>
        <p:nvSpPr>
          <p:cNvPr id="14" name="Shape 12"/>
          <p:cNvSpPr/>
          <p:nvPr/>
        </p:nvSpPr>
        <p:spPr>
          <a:xfrm>
            <a:off x="6400979" y="3859887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2732" y="3657362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5845" y="3694390"/>
            <a:ext cx="158353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35" dirty="0"/>
          </a:p>
        </p:txBody>
      </p:sp>
      <p:sp>
        <p:nvSpPr>
          <p:cNvPr id="17" name="Text 15"/>
          <p:cNvSpPr/>
          <p:nvPr/>
        </p:nvSpPr>
        <p:spPr>
          <a:xfrm>
            <a:off x="2620447" y="3632716"/>
            <a:ext cx="3607475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Melhorar a experiência do cliente</a:t>
            </a:r>
            <a:endParaRPr lang="en-US" sz="1946" dirty="0"/>
          </a:p>
        </p:txBody>
      </p:sp>
      <p:sp>
        <p:nvSpPr>
          <p:cNvPr id="18" name="Shape 16"/>
          <p:cNvSpPr/>
          <p:nvPr/>
        </p:nvSpPr>
        <p:spPr>
          <a:xfrm>
            <a:off x="7537430" y="4749403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92732" y="4546878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4059" y="4583906"/>
            <a:ext cx="161925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35" dirty="0"/>
          </a:p>
        </p:txBody>
      </p:sp>
      <p:sp>
        <p:nvSpPr>
          <p:cNvPr id="21" name="Text 19"/>
          <p:cNvSpPr/>
          <p:nvPr/>
        </p:nvSpPr>
        <p:spPr>
          <a:xfrm>
            <a:off x="8402241" y="4522232"/>
            <a:ext cx="3607594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Aumentar a eficiência operacional</a:t>
            </a:r>
            <a:endParaRPr lang="en-US" sz="1946" dirty="0"/>
          </a:p>
        </p:txBody>
      </p:sp>
      <p:sp>
        <p:nvSpPr>
          <p:cNvPr id="22" name="Shape 20"/>
          <p:cNvSpPr/>
          <p:nvPr/>
        </p:nvSpPr>
        <p:spPr>
          <a:xfrm>
            <a:off x="6400979" y="5638919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92732" y="5436394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4178" y="5473422"/>
            <a:ext cx="161687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335" dirty="0"/>
          </a:p>
        </p:txBody>
      </p:sp>
      <p:sp>
        <p:nvSpPr>
          <p:cNvPr id="25" name="Text 23"/>
          <p:cNvSpPr/>
          <p:nvPr/>
        </p:nvSpPr>
        <p:spPr>
          <a:xfrm>
            <a:off x="2620447" y="5411748"/>
            <a:ext cx="3607475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Aprimorar a precisão e confiabilidade</a:t>
            </a:r>
            <a:endParaRPr lang="en-US" sz="1946" dirty="0"/>
          </a:p>
        </p:txBody>
      </p:sp>
      <p:sp>
        <p:nvSpPr>
          <p:cNvPr id="26" name="Shape 24"/>
          <p:cNvSpPr/>
          <p:nvPr/>
        </p:nvSpPr>
        <p:spPr>
          <a:xfrm>
            <a:off x="7537430" y="6528435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27" name="Shape 25"/>
          <p:cNvSpPr/>
          <p:nvPr/>
        </p:nvSpPr>
        <p:spPr>
          <a:xfrm>
            <a:off x="7092732" y="6325910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5605" y="6362938"/>
            <a:ext cx="178832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335" dirty="0"/>
          </a:p>
        </p:txBody>
      </p:sp>
      <p:sp>
        <p:nvSpPr>
          <p:cNvPr id="29" name="Text 27"/>
          <p:cNvSpPr/>
          <p:nvPr/>
        </p:nvSpPr>
        <p:spPr>
          <a:xfrm>
            <a:off x="8402241" y="6301264"/>
            <a:ext cx="3607594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Auxiliar na tomada de decisões informadas</a:t>
            </a:r>
            <a:endParaRPr lang="en-US" sz="1946" dirty="0"/>
          </a:p>
        </p:txBody>
      </p:sp>
      <p:sp>
        <p:nvSpPr>
          <p:cNvPr id="30" name="Text 28"/>
          <p:cNvSpPr/>
          <p:nvPr/>
        </p:nvSpPr>
        <p:spPr>
          <a:xfrm>
            <a:off x="8402241" y="7037308"/>
            <a:ext cx="3607594" cy="296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35"/>
              </a:lnSpc>
              <a:buNone/>
            </a:pPr>
            <a:endParaRPr lang="en-US" sz="15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327904"/>
            <a:ext cx="564868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Requisitos do Sistema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466618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67783" y="269640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Escalabilidade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7783" y="3176826"/>
            <a:ext cx="4706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Garantir que o sistema seja capaz e lidar com mais empresas além da directroute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466618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56076" y="2696408"/>
            <a:ext cx="403681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Suporte Técnico e Atendimento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56076" y="3176826"/>
            <a:ext cx="4706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Oferecer suporte confiável via email sempre que necessário para garantir uma experiência satisfatória aos usuários.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628555"/>
            <a:ext cx="5166122" cy="2273022"/>
          </a:xfrm>
          <a:prstGeom prst="roundRect">
            <a:avLst>
              <a:gd name="adj" fmla="val 439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83" y="4858345"/>
            <a:ext cx="3017282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Agendamento Eficiente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7783" y="5338763"/>
            <a:ext cx="470654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Nosso sistema tornará a realização e consulta de agendamentos mais simples, de modo que a vizualização de dados seja mais prática e economize o tempo dos usuários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628555"/>
            <a:ext cx="5166122" cy="2273022"/>
          </a:xfrm>
          <a:prstGeom prst="roundRect">
            <a:avLst>
              <a:gd name="adj" fmla="val 439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6076" y="4858345"/>
            <a:ext cx="294953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Experiência do Usuário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56076" y="5338763"/>
            <a:ext cx="4706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Criar uma interface intuitiva, consistente e capaz de sanar as necessidades dos usuários.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375</Words>
  <Application>Microsoft Office PowerPoint</Application>
  <PresentationFormat>Personalizar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Raleway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Pires</cp:lastModifiedBy>
  <cp:revision>3</cp:revision>
  <dcterms:created xsi:type="dcterms:W3CDTF">2024-06-08T05:46:04Z</dcterms:created>
  <dcterms:modified xsi:type="dcterms:W3CDTF">2024-06-08T05:51:03Z</dcterms:modified>
</cp:coreProperties>
</file>