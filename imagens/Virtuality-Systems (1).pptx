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30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2037993" y="1969532"/>
            <a:ext cx="7665839" cy="9582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</a:t>
            </a:r>
            <a:endParaRPr lang="en-US" sz="6036" dirty="0"/>
          </a:p>
        </p:txBody>
      </p:sp>
      <p:sp>
        <p:nvSpPr>
          <p:cNvPr id="5" name="Text 3"/>
          <p:cNvSpPr/>
          <p:nvPr/>
        </p:nvSpPr>
        <p:spPr>
          <a:xfrm>
            <a:off x="2037993" y="3460909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Alan Demetrio Gelsleuchter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037993" y="4327327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015371" y="4635342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Gustavo Gonçalves de Moraes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037993" y="5726906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819650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Henrique Barbosa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819650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19650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97028" y="466058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Leonardo Camargo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01307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Letícia Ruivo Tambelli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01307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01307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01307" y="466058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Lucas Belfort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382964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Rodrigo Araújo Sousa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382964" y="3994071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405586" y="4635342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Stephanie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Cassamassimo</a:t>
            </a: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Farias</a:t>
            </a:r>
            <a:endParaRPr lang="en-US" sz="1750" dirty="0"/>
          </a:p>
        </p:txBody>
      </p:sp>
      <p:pic>
        <p:nvPicPr>
          <p:cNvPr id="2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587228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 e DirectRoute Transport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4309229"/>
            <a:ext cx="10554414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empenhada em criar e implementar um sistema de agendamento altamente eficaz e inovador para a DirectRoute Transport, a fim de coordenar grandes fornecedores e atender melhor às suas necessidades. Este sistema visa aprimorar a eficiência e a sustentabilidade dos serviços de entrega da empresa.</a:t>
            </a:r>
            <a:endParaRPr lang="en-US" sz="1750" dirty="0"/>
          </a:p>
        </p:txBody>
      </p:sp>
      <p:pic>
        <p:nvPicPr>
          <p:cNvPr id="6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8814"/>
            <a:ext cx="66629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a Virtuality Systems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Fundação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foi fundada em 2024 com o objetivo de desenvolver sistemas para auxiliar a DirectRoute Transport a atender melhor as demandas de seus fornecedores e clientes.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75797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principal objetivo da empresa é criar um sistema web de agendamento que ajude a DirectRoute Transport a cumprir suas entregas de forma mais eficiente.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comprometida em desenvolver soluções tecnológicas que impulsionem a eficiência operacional e a sustentabilidade da DirectRoute Transport.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62576"/>
            <a:ext cx="60996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DirectRoute Transport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881789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 de Transporte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667720"/>
            <a:ext cx="2647950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DirectRoute Transport é uma empresa de transporte que lida com grandes fornecedores.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3343" y="2881789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de Informatização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667720"/>
            <a:ext cx="2647950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precisa informatizar seus processos para torná-los mais eficientes e alinhados aos princípios do ESG e aos Objetivos de Desenvolvimento Sustentável da ONU.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3435" y="2881789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Benefícios do Sistema Web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667720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Acreditamos que um sistema web pode agilizar funções, facilitar a comunicação e a colaboração, melhorar a transparência e a rastreabilidade, e aumentar a eficiência geral dos processos.</a:t>
            </a:r>
            <a:endParaRPr lang="en-US" sz="1750" dirty="0"/>
          </a:p>
        </p:txBody>
      </p:sp>
      <p:pic>
        <p:nvPicPr>
          <p:cNvPr id="1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20447" y="544473"/>
            <a:ext cx="4941808" cy="617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4"/>
              </a:lnSpc>
              <a:buNone/>
            </a:pPr>
            <a:r>
              <a:rPr lang="en-US" sz="389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do sistema</a:t>
            </a:r>
            <a:endParaRPr lang="en-US" sz="3891" dirty="0"/>
          </a:p>
        </p:txBody>
      </p:sp>
      <p:sp>
        <p:nvSpPr>
          <p:cNvPr id="5" name="Shape 3"/>
          <p:cNvSpPr/>
          <p:nvPr/>
        </p:nvSpPr>
        <p:spPr>
          <a:xfrm>
            <a:off x="7295317" y="1557457"/>
            <a:ext cx="39529" cy="6127552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979" y="1982272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7092732" y="1779746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561" y="1816775"/>
            <a:ext cx="126921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35" dirty="0"/>
          </a:p>
        </p:txBody>
      </p:sp>
      <p:sp>
        <p:nvSpPr>
          <p:cNvPr id="9" name="Text 7"/>
          <p:cNvSpPr/>
          <p:nvPr/>
        </p:nvSpPr>
        <p:spPr>
          <a:xfrm>
            <a:off x="3757017" y="1755100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Otimizar recursos</a:t>
            </a:r>
            <a:endParaRPr lang="en-US" sz="1946" dirty="0"/>
          </a:p>
        </p:txBody>
      </p:sp>
      <p:sp>
        <p:nvSpPr>
          <p:cNvPr id="10" name="Shape 8"/>
          <p:cNvSpPr/>
          <p:nvPr/>
        </p:nvSpPr>
        <p:spPr>
          <a:xfrm>
            <a:off x="7537430" y="2970490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1" name="Shape 9"/>
          <p:cNvSpPr/>
          <p:nvPr/>
        </p:nvSpPr>
        <p:spPr>
          <a:xfrm>
            <a:off x="7092732" y="2767965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750" y="2804993"/>
            <a:ext cx="15454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35" dirty="0"/>
          </a:p>
        </p:txBody>
      </p:sp>
      <p:sp>
        <p:nvSpPr>
          <p:cNvPr id="13" name="Text 11"/>
          <p:cNvSpPr/>
          <p:nvPr/>
        </p:nvSpPr>
        <p:spPr>
          <a:xfrm>
            <a:off x="8402241" y="2743319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Agilizar processos</a:t>
            </a:r>
            <a:endParaRPr lang="en-US" sz="1946" dirty="0"/>
          </a:p>
        </p:txBody>
      </p:sp>
      <p:sp>
        <p:nvSpPr>
          <p:cNvPr id="14" name="Shape 12"/>
          <p:cNvSpPr/>
          <p:nvPr/>
        </p:nvSpPr>
        <p:spPr>
          <a:xfrm>
            <a:off x="6400979" y="3859887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732" y="3657362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5845" y="3694390"/>
            <a:ext cx="15835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35" dirty="0"/>
          </a:p>
        </p:txBody>
      </p:sp>
      <p:sp>
        <p:nvSpPr>
          <p:cNvPr id="17" name="Text 15"/>
          <p:cNvSpPr/>
          <p:nvPr/>
        </p:nvSpPr>
        <p:spPr>
          <a:xfrm>
            <a:off x="2620447" y="3632716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Melhorar a experiência do cliente</a:t>
            </a:r>
            <a:endParaRPr lang="en-US" sz="1946" dirty="0"/>
          </a:p>
        </p:txBody>
      </p:sp>
      <p:sp>
        <p:nvSpPr>
          <p:cNvPr id="18" name="Shape 16"/>
          <p:cNvSpPr/>
          <p:nvPr/>
        </p:nvSpPr>
        <p:spPr>
          <a:xfrm>
            <a:off x="7537430" y="4749403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2732" y="4546878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059" y="4583906"/>
            <a:ext cx="161925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35" dirty="0"/>
          </a:p>
        </p:txBody>
      </p:sp>
      <p:sp>
        <p:nvSpPr>
          <p:cNvPr id="21" name="Text 19"/>
          <p:cNvSpPr/>
          <p:nvPr/>
        </p:nvSpPr>
        <p:spPr>
          <a:xfrm>
            <a:off x="8402241" y="4522232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Aumentar a eficiência operacional</a:t>
            </a:r>
            <a:endParaRPr lang="en-US" sz="1946" dirty="0"/>
          </a:p>
        </p:txBody>
      </p:sp>
      <p:sp>
        <p:nvSpPr>
          <p:cNvPr id="22" name="Shape 20"/>
          <p:cNvSpPr/>
          <p:nvPr/>
        </p:nvSpPr>
        <p:spPr>
          <a:xfrm>
            <a:off x="6400979" y="5638919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2732" y="5436394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4178" y="5473422"/>
            <a:ext cx="161687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35" dirty="0"/>
          </a:p>
        </p:txBody>
      </p:sp>
      <p:sp>
        <p:nvSpPr>
          <p:cNvPr id="25" name="Text 23"/>
          <p:cNvSpPr/>
          <p:nvPr/>
        </p:nvSpPr>
        <p:spPr>
          <a:xfrm>
            <a:off x="2620447" y="5411748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Aprimorar a precisão e confiabilidade</a:t>
            </a:r>
            <a:endParaRPr lang="en-US" sz="1946" dirty="0"/>
          </a:p>
        </p:txBody>
      </p:sp>
      <p:sp>
        <p:nvSpPr>
          <p:cNvPr id="26" name="Shape 24"/>
          <p:cNvSpPr/>
          <p:nvPr/>
        </p:nvSpPr>
        <p:spPr>
          <a:xfrm>
            <a:off x="7537430" y="6528435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2732" y="6325910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5605" y="6362938"/>
            <a:ext cx="178832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335" dirty="0"/>
          </a:p>
        </p:txBody>
      </p:sp>
      <p:sp>
        <p:nvSpPr>
          <p:cNvPr id="29" name="Text 27"/>
          <p:cNvSpPr/>
          <p:nvPr/>
        </p:nvSpPr>
        <p:spPr>
          <a:xfrm>
            <a:off x="8402241" y="6301264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Auxiliar na tomada de decisões informadas</a:t>
            </a:r>
            <a:endParaRPr lang="en-US" sz="1946" dirty="0"/>
          </a:p>
        </p:txBody>
      </p:sp>
      <p:sp>
        <p:nvSpPr>
          <p:cNvPr id="30" name="Text 28"/>
          <p:cNvSpPr/>
          <p:nvPr/>
        </p:nvSpPr>
        <p:spPr>
          <a:xfrm>
            <a:off x="8402241" y="7037308"/>
            <a:ext cx="3607594" cy="296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35"/>
              </a:lnSpc>
              <a:buNone/>
            </a:pPr>
            <a:endParaRPr lang="en-US" sz="1556" dirty="0"/>
          </a:p>
        </p:txBody>
      </p:sp>
      <p:pic>
        <p:nvPicPr>
          <p:cNvPr id="3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27904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6964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176826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Garantir que o sistema seja capaz e lidar com mais empresas além da directroute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696408"/>
            <a:ext cx="403681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176826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Oferecer suporte confiável via email sempre que necessário para garantir uma experiência satisfatória aos usuários.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4858345"/>
            <a:ext cx="301728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Agendamento Eficiente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338763"/>
            <a:ext cx="470654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Nosso sistema tornará a realização e consulta de agendamentos mais simples, de modo que a vizualização de dados seja mais prática e economize o tempo dos usuários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4858345"/>
            <a:ext cx="294953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do Usuário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338763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uma interface intuitiva, consistente e capaz de sanar as necessidades dos usuários.</a:t>
            </a:r>
            <a:endParaRPr lang="en-US" sz="1750" dirty="0"/>
          </a:p>
        </p:txBody>
      </p:sp>
      <p:pic>
        <p:nvPicPr>
          <p:cNvPr id="1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375</Words>
  <Application>Microsoft Office PowerPoint</Application>
  <PresentationFormat>Personalizar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Raleway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Pires</cp:lastModifiedBy>
  <cp:revision>2</cp:revision>
  <dcterms:created xsi:type="dcterms:W3CDTF">2024-06-08T05:46:04Z</dcterms:created>
  <dcterms:modified xsi:type="dcterms:W3CDTF">2024-06-08T05:48:10Z</dcterms:modified>
</cp:coreProperties>
</file>